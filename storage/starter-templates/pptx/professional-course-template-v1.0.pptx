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65D"/>
                </a:solidFill>
              </a:rPr>
              <a:t>{{course_title}}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7D7A"/>
                </a:solidFill>
              </a:rPr>
              <a:t>{{course_subtitle}}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Instructor: {{instructor_name}}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{{course_date}}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365D"/>
                </a:solidFill>
              </a:rPr>
              <a:t>{{section_title}}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{{section_description}}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45720"/>
          </a:xfrm>
          <a:prstGeom prst="rect">
            <a:avLst/>
          </a:prstGeom>
          <a:solidFill>
            <a:srgbClr val="2E7D7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{{slide_title}}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{{main_content}}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{{slide_title}}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{{left_column}}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{{right_column}}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{{competency_title}}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33333"/>
                </a:solidFill>
              </a:rPr>
              <a:t>{{competency_description}}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65D"/>
                </a:solidFill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{{learning_objectives}}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Activity: {{activity_title}}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Instructions: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{{activity_instructions}}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2103120" cy="109728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Estimate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{{time_estimate}} 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</a:rPr>
              <a:t>Materials Needed: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{{materials_needed}}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65D"/>
                </a:solidFill>
              </a:rPr>
              <a:t>{{discussion_prompt}}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Discussion Points: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{{discussion_points}}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</a:rPr>
              <a:t>Teaching Notes: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3749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{{teaching_notes}}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Course Template v1.0</dc:title>
  <dc:subject>PptxGenJS Presentation</dc:subject>
  <dc:creator>Teach Platform</dc:creator>
  <cp:lastModifiedBy>Teach Platform</cp:lastModifiedBy>
  <cp:revision>1</cp:revision>
  <dcterms:created xsi:type="dcterms:W3CDTF">2026-01-12T20:02:20Z</dcterms:created>
  <dcterms:modified xsi:type="dcterms:W3CDTF">2026-01-12T20:02:20Z</dcterms:modified>
</cp:coreProperties>
</file>