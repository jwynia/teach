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  <p:notesSz cx="51435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/>
      <p:sp>
        <p:nvSpPr>
          <p:cNvPr id="2" name="ctrTitle 2"/>
          <p:cNvSpPr>
            <a:spLocks noGrp="1"/>
          </p:cNvSpPr>
          <p:nvPr>
            <p:ph type="ctrTitle"/>
          </p:nvPr>
        </p:nvSpPr>
        <p:spPr>
          <a:xfrm>
            <a:off x="457200" y="1371600"/>
            <a:ext cx="8229600" cy="10972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/>
              <a:t>{{course_title}}</a:t>
            </a:r>
          </a:p>
        </p:txBody>
      </p:sp>
      <p:sp>
        <p:nvSpPr>
          <p:cNvPr id="3" name="subTitle 3"/>
          <p:cNvSpPr>
            <a:spLocks noGrp="1"/>
          </p:cNvSpPr>
          <p:nvPr>
            <p:ph type="subTitle" idx="1"/>
          </p:nvPr>
        </p:nvSpPr>
        <p:spPr>
          <a:xfrm>
            <a:off x="457200" y="2560320"/>
            <a:ext cx="8229600" cy="54864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2000">
                <a:solidFill>
                  <a:srgbClr val="F5F5F5"/>
                </a:solidFill>
              </a:defRPr>
            </a:lvl1pPr>
          </a:lstStyle>
          <a:p>
            <a:r>
              <a:rPr lang="en-US"/>
              <a:t>{{course_subtitle}}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>
          <a:xfrm>
            <a:off x="457200" y="3840480"/>
            <a:ext cx="3657600" cy="365760"/>
          </a:xfrm>
          <a:prstGeom prst="rect">
            <a:avLst/>
          </a:prstGeom>
        </p:spPr>
        <p:txBody>
          <a:bodyPr anchor="ctr"/>
          <a:lstStyle>
            <a:lvl1pPr algn="l">
              <a:buNone/>
              <a:defRPr sz="1400">
                <a:solidFill>
                  <a:srgbClr val="F5F5F5"/>
                </a:solidFill>
              </a:defRPr>
            </a:lvl1pPr>
          </a:lstStyle>
          <a:p>
            <a:r>
              <a:rPr lang="en-US"/>
              <a:t>Instructor: {{instructor_name}}</a:t>
            </a:r>
          </a:p>
        </p:txBody>
      </p:sp>
      <p:sp>
        <p:nvSpPr>
          <p:cNvPr id="5" name="body 5"/>
          <p:cNvSpPr>
            <a:spLocks noGrp="1"/>
          </p:cNvSpPr>
          <p:nvPr>
            <p:ph type="body" idx="3"/>
          </p:nvPr>
        </p:nvSpPr>
        <p:spPr>
          <a:xfrm>
            <a:off x="5029200" y="3840480"/>
            <a:ext cx="3657600" cy="365760"/>
          </a:xfrm>
          <a:prstGeom prst="rect">
            <a:avLst/>
          </a:prstGeom>
        </p:spPr>
        <p:txBody>
          <a:bodyPr anchor="ctr"/>
          <a:lstStyle>
            <a:lvl1pPr algn="r">
              <a:buNone/>
              <a:defRPr sz="1400">
                <a:solidFill>
                  <a:srgbClr val="F5F5F5"/>
                </a:solidFill>
              </a:defRPr>
            </a:lvl1pPr>
          </a:lstStyle>
          <a:p>
            <a:r>
              <a:rPr lang="en-US"/>
              <a:t>{{course_date}}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1828800"/>
            <a:ext cx="8229600" cy="9144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4000" b="1">
                <a:solidFill>
                  <a:srgbClr val="FFFFFF"/>
                </a:solidFill>
              </a:defRPr>
            </a:lvl1pPr>
          </a:lstStyle>
          <a:p>
            <a:r>
              <a:rPr lang="en-US"/>
              <a:t>{{section_title}}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457200" y="2926080"/>
            <a:ext cx="8229600" cy="731520"/>
          </a:xfrm>
          <a:prstGeom prst="rect">
            <a:avLst/>
          </a:prstGeom>
        </p:spPr>
        <p:txBody>
          <a:bodyPr anchor="t"/>
          <a:lstStyle>
            <a:lvl1pPr algn="ctr">
              <a:buNone/>
              <a:defRPr sz="1800">
                <a:solidFill>
                  <a:srgbClr val="F5F5F5"/>
                </a:solidFill>
              </a:defRPr>
            </a:lvl1pPr>
          </a:lstStyle>
          <a:p>
            <a:r>
              <a:rPr lang="en-US"/>
              <a:t>{{section_description}}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  <a:prstGeom prst="rect">
            <a:avLst/>
          </a:prstGeom>
        </p:spPr>
        <p:txBody>
          <a:bodyPr anchor="b"/>
          <a:lstStyle>
            <a:lvl1pPr algn="l">
              <a:buNone/>
              <a:defRPr sz="28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{{slide_title}}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457200" y="1188720"/>
            <a:ext cx="8229600" cy="3657600"/>
          </a:xfrm>
          <a:prstGeom prst="rect">
            <a:avLst/>
          </a:prstGeom>
        </p:spPr>
        <p:txBody>
          <a:bodyPr anchor="t"/>
          <a:lstStyle>
            <a:lvl1pPr algn="l">
              <a:defRPr sz="1800">
                <a:solidFill>
                  <a:srgbClr val="333333"/>
                </a:solidFill>
              </a:defRPr>
            </a:lvl1pPr>
          </a:lstStyle>
          <a:p>
            <a:r>
              <a:rPr lang="en-US"/>
              <a:t>{{main_content}}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31520"/>
          </a:xfrm>
          <a:prstGeom prst="rect">
            <a:avLst/>
          </a:prstGeom>
        </p:spPr>
        <p:txBody>
          <a:bodyPr anchor="b"/>
          <a:lstStyle>
            <a:lvl1pPr algn="l">
              <a:buNone/>
              <a:defRPr sz="28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{{slide_title}}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457200" y="1188720"/>
            <a:ext cx="3886200" cy="3657600"/>
          </a:xfrm>
          <a:prstGeom prst="rect">
            <a:avLst/>
          </a:prstGeom>
        </p:spPr>
        <p:txBody>
          <a:bodyPr anchor="t"/>
          <a:lstStyle>
            <a:lvl1pPr algn="l">
              <a:defRPr sz="1600">
                <a:solidFill>
                  <a:srgbClr val="333333"/>
                </a:solidFill>
              </a:defRPr>
            </a:lvl1pPr>
          </a:lstStyle>
          <a:p>
            <a:r>
              <a:rPr lang="en-US"/>
              <a:t>{{left_column}}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>
          <a:xfrm>
            <a:off x="4800600" y="1188720"/>
            <a:ext cx="3886200" cy="3657600"/>
          </a:xfrm>
          <a:prstGeom prst="rect">
            <a:avLst/>
          </a:prstGeom>
        </p:spPr>
        <p:txBody>
          <a:bodyPr anchor="t"/>
          <a:lstStyle>
            <a:lvl1pPr algn="l">
              <a:defRPr sz="1600">
                <a:solidFill>
                  <a:srgbClr val="333333"/>
                </a:solidFill>
              </a:defRPr>
            </a:lvl1pPr>
          </a:lstStyle>
          <a:p>
            <a:r>
              <a:rPr lang="en-US"/>
              <a:t>{{right_column}}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etency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548640"/>
          </a:xfrm>
          <a:prstGeom prst="rect">
            <a:avLst/>
          </a:prstGeom>
        </p:spPr>
        <p:txBody>
          <a:bodyPr anchor="b"/>
          <a:lstStyle>
            <a:lvl1pPr algn="l">
              <a:buNone/>
              <a:defRPr sz="24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{{competency_title}}</a:t>
            </a:r>
          </a:p>
        </p:txBody>
      </p:sp>
      <p:sp>
        <p:nvSpPr>
          <p:cNvPr id="3" name="Rectangle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7A"/>
            </a:solidFill>
          </a:ln>
        </p:spPr>
      </p:sp>
      <p:sp>
        <p:nvSpPr>
          <p:cNvPr id="4" name="body 4"/>
          <p:cNvSpPr>
            <a:spLocks noGrp="1"/>
          </p:cNvSpPr>
          <p:nvPr>
            <p:ph type="body" idx="1"/>
          </p:nvPr>
        </p:nvSpPr>
        <p:spPr>
          <a:xfrm>
            <a:off x="640080" y="1005840"/>
            <a:ext cx="7863840" cy="914400"/>
          </a:xfrm>
          <a:prstGeom prst="rect">
            <a:avLst/>
          </a:prstGeom>
        </p:spPr>
        <p:txBody>
          <a:bodyPr anchor="ctr"/>
          <a:lstStyle>
            <a:lvl1pPr algn="l">
              <a:buNone/>
              <a:defRPr sz="1600">
                <a:solidFill>
                  <a:srgbClr val="333333"/>
                </a:solidFill>
              </a:defRPr>
            </a:lvl1pPr>
          </a:lstStyle>
          <a:p>
            <a:r>
              <a:rPr lang="en-US"/>
              <a:t>{{competency_description}}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800" b="1">
                <a:solidFill>
                  <a:srgbClr val="1B365D"/>
                </a:solidFill>
              </a:rPr>
              <a:t>Learning Objectives:</a:t>
            </a:r>
          </a:p>
        </p:txBody>
      </p:sp>
      <p:sp>
        <p:nvSpPr>
          <p:cNvPr id="6" name="body 6"/>
          <p:cNvSpPr>
            <a:spLocks noGrp="1"/>
          </p:cNvSpPr>
          <p:nvPr>
            <p:ph type="body" idx="2"/>
          </p:nvPr>
        </p:nvSpPr>
        <p:spPr>
          <a:xfrm>
            <a:off x="457200" y="2651760"/>
            <a:ext cx="8229600" cy="2194560"/>
          </a:xfrm>
          <a:prstGeom prst="rect">
            <a:avLst/>
          </a:prstGeom>
        </p:spPr>
        <p:txBody>
          <a:bodyPr anchor="t"/>
          <a:lstStyle>
            <a:lvl1pPr algn="l">
              <a:defRPr sz="1600">
                <a:solidFill>
                  <a:srgbClr val="333333"/>
                </a:solidFill>
              </a:defRPr>
            </a:lvl1pPr>
          </a:lstStyle>
          <a:p>
            <a:r>
              <a:rPr lang="en-US"/>
              <a:t>{{learning_objectives}}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457200" y="274320"/>
            <a:ext cx="1371600" cy="54864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2000" b="1">
                <a:solidFill>
                  <a:srgbClr val="2E7D7A"/>
                </a:solidFill>
              </a:rPr>
              <a:t>Activity: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>
          <a:xfrm>
            <a:off x="1828800" y="274320"/>
            <a:ext cx="6858000" cy="548640"/>
          </a:xfrm>
          <a:prstGeom prst="rect">
            <a:avLst/>
          </a:prstGeom>
        </p:spPr>
        <p:txBody>
          <a:bodyPr anchor="b"/>
          <a:lstStyle>
            <a:lvl1pPr algn="l">
              <a:buNone/>
              <a:defRPr sz="24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{{activity_title}}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914400"/>
            <a:ext cx="1828800" cy="36576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400" b="1">
                <a:solidFill>
                  <a:srgbClr val="666666"/>
                </a:solidFill>
              </a:rPr>
              <a:t>Instructions:</a:t>
            </a:r>
          </a:p>
        </p:txBody>
      </p:sp>
      <p:sp>
        <p:nvSpPr>
          <p:cNvPr id="5" name="body 5"/>
          <p:cNvSpPr>
            <a:spLocks noGrp="1"/>
          </p:cNvSpPr>
          <p:nvPr>
            <p:ph type="body" idx="1"/>
          </p:nvPr>
        </p:nvSpPr>
        <p:spPr>
          <a:xfrm>
            <a:off x="457200" y="1280160"/>
            <a:ext cx="5943600" cy="2560320"/>
          </a:xfrm>
          <a:prstGeom prst="rect">
            <a:avLst/>
          </a:prstGeom>
        </p:spPr>
        <p:txBody>
          <a:bodyPr anchor="t"/>
          <a:lstStyle>
            <a:lvl1pPr algn="l">
              <a:defRPr sz="1600">
                <a:solidFill>
                  <a:srgbClr val="333333"/>
                </a:solidFill>
              </a:defRPr>
            </a:lvl1pPr>
          </a:lstStyle>
          <a:p>
            <a:r>
              <a:rPr lang="en-US"/>
              <a:t>{{activity_instructions}}</a:t>
            </a:r>
          </a:p>
        </p:txBody>
      </p:sp>
      <p:sp>
        <p:nvSpPr>
          <p:cNvPr id="6" name="Rectangle 6"/>
          <p:cNvSpPr/>
          <p:nvPr/>
        </p:nvSpPr>
        <p:spPr>
          <a:xfrm>
            <a:off x="6858000" y="914400"/>
            <a:ext cx="1828800" cy="731520"/>
          </a:xfrm>
          <a:prstGeom prst="rect">
            <a:avLst/>
          </a:prstGeom>
          <a:solidFill>
            <a:srgbClr val="E8F4F3"/>
          </a:solidFill>
          <a:ln w="25400">
            <a:solidFill>
              <a:srgbClr val="2E7D7A"/>
            </a:solidFill>
          </a:ln>
        </p:spPr>
      </p:sp>
      <p:sp>
        <p:nvSpPr>
          <p:cNvPr id="7" name="body 7"/>
          <p:cNvSpPr>
            <a:spLocks noGrp="1"/>
          </p:cNvSpPr>
          <p:nvPr>
            <p:ph type="body" idx="2"/>
          </p:nvPr>
        </p:nvSpPr>
        <p:spPr>
          <a:xfrm>
            <a:off x="6858000" y="914400"/>
            <a:ext cx="1828800" cy="73152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8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{{time_estimate}} min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3931920"/>
            <a:ext cx="2286000" cy="36576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400" b="1">
                <a:solidFill>
                  <a:srgbClr val="666666"/>
                </a:solidFill>
              </a:rPr>
              <a:t>Materials Needed:</a:t>
            </a:r>
          </a:p>
        </p:txBody>
      </p:sp>
      <p:sp>
        <p:nvSpPr>
          <p:cNvPr id="9" name="body 9"/>
          <p:cNvSpPr>
            <a:spLocks noGrp="1"/>
          </p:cNvSpPr>
          <p:nvPr>
            <p:ph type="body" idx="3"/>
          </p:nvPr>
        </p:nvSpPr>
        <p:spPr>
          <a:xfrm>
            <a:off x="2743200" y="3931920"/>
            <a:ext cx="5943600" cy="731520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1400">
                <a:solidFill>
                  <a:srgbClr val="333333"/>
                </a:solidFill>
              </a:defRPr>
            </a:lvl1pPr>
          </a:lstStyle>
          <a:p>
            <a:r>
              <a:rPr lang="en-US"/>
              <a:t>{{materials_needed}}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"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548640"/>
          </a:xfrm>
          <a:prstGeom prst="rect">
            <a:avLst/>
          </a:prstGeom>
        </p:spPr>
        <p:txBody>
          <a:bodyPr anchor="b"/>
          <a:lstStyle>
            <a:lvl1pPr algn="l">
              <a:buNone/>
              <a:defRPr sz="24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Discussion</a:t>
            </a:r>
          </a:p>
        </p:txBody>
      </p:sp>
      <p:sp>
        <p:nvSpPr>
          <p:cNvPr id="3" name="Rectangle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4" name="body 4"/>
          <p:cNvSpPr>
            <a:spLocks noGrp="1"/>
          </p:cNvSpPr>
          <p:nvPr>
            <p:ph type="body" idx="1"/>
          </p:nvPr>
        </p:nvSpPr>
        <p:spPr>
          <a:xfrm>
            <a:off x="640080" y="1005840"/>
            <a:ext cx="7863840" cy="914400"/>
          </a:xfrm>
          <a:prstGeom prst="rect">
            <a:avLst/>
          </a:prstGeom>
        </p:spPr>
        <p:txBody>
          <a:bodyPr anchor="ctr"/>
          <a:lstStyle>
            <a:lvl1pPr algn="l">
              <a:buNone/>
              <a:defRPr sz="2000">
                <a:solidFill>
                  <a:srgbClr val="333333"/>
                </a:solidFill>
              </a:defRPr>
            </a:lvl1pPr>
          </a:lstStyle>
          <a:p>
            <a:r>
              <a:rPr lang="en-US"/>
              <a:t>{{discussion_prompt}}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anchor="b"/>
          <a:lstStyle/>
          <a:p>
            <a:pPr algn="l"/>
            <a:r>
              <a:rPr lang="en-US" sz="1600" b="1">
                <a:solidFill>
                  <a:srgbClr val="2E7D7A"/>
                </a:solidFill>
              </a:rPr>
              <a:t>Key Discussion Points:</a:t>
            </a:r>
          </a:p>
        </p:txBody>
      </p:sp>
      <p:sp>
        <p:nvSpPr>
          <p:cNvPr id="6" name="body 6"/>
          <p:cNvSpPr>
            <a:spLocks noGrp="1"/>
          </p:cNvSpPr>
          <p:nvPr>
            <p:ph type="body" idx="2"/>
          </p:nvPr>
        </p:nvSpPr>
        <p:spPr>
          <a:xfrm>
            <a:off x="457200" y="2651760"/>
            <a:ext cx="8229600" cy="1371600"/>
          </a:xfrm>
          <a:prstGeom prst="rect">
            <a:avLst/>
          </a:prstGeom>
        </p:spPr>
        <p:txBody>
          <a:bodyPr anchor="t"/>
          <a:lstStyle>
            <a:lvl1pPr algn="l">
              <a:defRPr sz="1600">
                <a:solidFill>
                  <a:srgbClr val="333333"/>
                </a:solidFill>
              </a:defRPr>
            </a:lvl1pPr>
          </a:lstStyle>
          <a:p>
            <a:r>
              <a:rPr lang="en-US"/>
              <a:t>{{discussion_points}}</a:t>
            </a:r>
          </a:p>
        </p:txBody>
      </p:sp>
      <p:sp>
        <p:nvSpPr>
          <p:cNvPr id="7" name="body 7"/>
          <p:cNvSpPr>
            <a:spLocks noGrp="1"/>
          </p:cNvSpPr>
          <p:nvPr>
            <p:ph type="body" idx="3"/>
          </p:nvPr>
        </p:nvSpPr>
        <p:spPr>
          <a:xfrm>
            <a:off x="457200" y="4206240"/>
            <a:ext cx="8229600" cy="640080"/>
          </a:xfrm>
          <a:prstGeom prst="rect">
            <a:avLst/>
          </a:prstGeom>
        </p:spPr>
        <p:txBody>
          <a:bodyPr anchor="t"/>
          <a:lstStyle>
            <a:lvl1pPr algn="l">
              <a:buNone/>
              <a:defRPr sz="1200">
                <a:solidFill>
                  <a:srgbClr val="666666"/>
                </a:solidFill>
              </a:defRPr>
            </a:lvl1pPr>
          </a:lstStyle>
          <a:p>
            <a:r>
              <a:rPr lang="en-US"/>
              <a:t>Teaching Notes: {{teaching_notes}}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457200" y="731520"/>
            <a:ext cx="914400" cy="91440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12000">
                <a:solidFill>
                  <a:srgbClr val="F5F5F5"/>
                </a:solidFill>
              </a:rPr>
              <a:t>“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>
          <a:xfrm>
            <a:off x="914400" y="1371600"/>
            <a:ext cx="7315200" cy="22860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3200">
                <a:solidFill>
                  <a:srgbClr val="333333"/>
                </a:solidFill>
              </a:defRPr>
            </a:lvl1pPr>
          </a:lstStyle>
          <a:p>
            <a:r>
              <a:rPr lang="en-US"/>
              <a:t>{{quote_text}}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>
          <a:xfrm>
            <a:off x="914400" y="3840480"/>
            <a:ext cx="7315200" cy="457200"/>
          </a:xfrm>
          <a:prstGeom prst="rect">
            <a:avLst/>
          </a:prstGeom>
        </p:spPr>
        <p:txBody>
          <a:bodyPr anchor="t"/>
          <a:lstStyle>
            <a:lvl1pPr algn="r">
              <a:buNone/>
              <a:defRPr sz="1800">
                <a:solidFill>
                  <a:srgbClr val="666666"/>
                </a:solidFill>
              </a:defRPr>
            </a:lvl1pPr>
          </a:lstStyle>
          <a:p>
            <a:r>
              <a:rPr lang="en-US"/>
              <a:t>— {{attribution}}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Image">
    <p:spTree>
      <p:nvGrpSpPr>
        <p:cNvPr id="1" name=""/>
        <p:cNvGrpSpPr/>
        <p:nvPr/>
      </p:nvGrpSpPr>
      <p:grpSpPr/>
      <p:sp>
        <p:nvSpPr>
          <p:cNvPr id="4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</p:sp>
      <p:sp>
        <p:nvSpPr>
          <p:cNvPr id="2" name="Rectangle 2"/>
          <p:cNvSpPr/>
          <p:nvPr/>
        </p:nvSpPr>
        <p:spPr>
          <a:xfrm>
            <a:off x="0" y="4229100"/>
            <a:ext cx="9144000" cy="914400"/>
          </a:xfrm>
          <a:prstGeom prst="rect">
            <a:avLst/>
          </a:prstGeom>
          <a:solidFill>
            <a:srgbClr val="1B365D"/>
          </a:solidFill>
          <a:ln>
            <a:noFill/>
          </a:ln>
        </p:spPr>
      </p:sp>
      <p:sp>
        <p:nvSpPr>
          <p:cNvPr id="3" name="body 3"/>
          <p:cNvSpPr>
            <a:spLocks noGrp="1"/>
          </p:cNvSpPr>
          <p:nvPr>
            <p:ph type="body" idx="2"/>
          </p:nvPr>
        </p:nvSpPr>
        <p:spPr>
          <a:xfrm>
            <a:off x="457200" y="4320540"/>
            <a:ext cx="8229600" cy="73152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2000">
                <a:solidFill>
                  <a:srgbClr val="FFFFFF"/>
                </a:solidFill>
              </a:defRPr>
            </a:lvl1pPr>
          </a:lstStyle>
          <a:p>
            <a:r>
              <a:rPr lang="en-US"/>
              <a:t>{{image_caption}}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Text">
    <p:spTree>
      <p:nvGrpSpPr>
        <p:cNvPr id="1" name=""/>
        <p:cNvGrpSpPr/>
        <p:nvPr/>
      </p:nvGrpSpPr>
      <p:grpSpPr/>
      <p:sp>
        <p:nvSpPr>
          <p:cNvPr id="2" name="body 2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22860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54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{{big_text_content}}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822960"/>
          </a:xfrm>
          <a:prstGeom prst="rect">
            <a:avLst/>
          </a:prstGeom>
        </p:spPr>
        <p:txBody>
          <a:bodyPr anchor="b"/>
          <a:lstStyle>
            <a:lvl1pPr algn="l">
              <a:defRPr sz="3200" b="1">
                <a:solidFill>
                  <a:srgbClr val="1B365D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Body Placeholder"/>
          <p:cNvSpPr>
            <a:spLocks noGrp="1"/>
          </p:cNvSpPr>
          <p:nvPr>
            <p:ph type="body" idx="1"/>
          </p:nvPr>
        </p:nvSpPr>
        <p:spPr>
          <a:xfrm>
            <a:off x="457200" y="1280160"/>
            <a:ext cx="8229600" cy="3566160"/>
          </a:xfrm>
          <a:prstGeom prst="rect">
            <a:avLst/>
          </a:prstGeom>
        </p:spPr>
        <p:txBody>
          <a:bodyPr anchor="t"/>
          <a:lstStyle>
            <a:lvl1pPr marL="342900" indent="-342900">
              <a:buFont typeface="Arial"/>
              <a:buChar char="•"/>
              <a:defRPr sz="1800">
                <a:solidFill>
                  <a:srgbClr val="333333"/>
                </a:solidFill>
              </a:defRPr>
            </a:lvl1pPr>
          </a:lstStyle>
          <a:p>
            <a:r>
              <a:rPr lang="en-US"/>
              <a:t>Click to edit content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>
        <a:defRPr sz="3200" b="1">
          <a:solidFill>
            <a:srgbClr val="1B365D"/>
          </a:solidFill>
          <a:latin typeface="Arial"/>
        </a:defRPr>
      </a:lvl1pPr>
    </p:titleStyle>
    <p:bodyStyle>
      <a:lvl1pPr marL="342900" indent="-342900">
        <a:buFont typeface="Arial"/>
        <a:buChar char="•"/>
        <a:defRPr sz="1800">
          <a:solidFill>
            <a:srgbClr val="333333"/>
          </a:solidFill>
          <a:latin typeface="Arial"/>
        </a:defRPr>
      </a:lvl1pPr>
      <a:lvl2pPr marL="742950" indent="-285750">
        <a:buFont typeface="Arial"/>
        <a:buChar char="–"/>
        <a:defRPr sz="1600">
          <a:solidFill>
            <a:srgbClr val="333333"/>
          </a:solidFill>
          <a:latin typeface="Arial"/>
        </a:defRPr>
      </a:lvl2pPr>
    </p:body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tr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{{course_title}}</a:t>
            </a:r>
          </a:p>
        </p:txBody>
      </p:sp>
      <p:sp>
        <p:nvSpPr>
          <p:cNvPr id="3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{{course_subtitle}}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Instructor: {{instructor_name}}</a:t>
            </a:r>
          </a:p>
        </p:txBody>
      </p:sp>
      <p:sp>
        <p:nvSpPr>
          <p:cNvPr id="5" name="body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/>
              <a:t>{{course_date}}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{{section_title}}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{{section_description}}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{{slide_title}}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{{main_content}}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{{slide_title}}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{{left_column}}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{{right_column}}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{{competency_title}}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{{competency_description}}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{{learning_objectives}}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{{activity_title}}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{{activity_instructions}}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{{time_estimate}} min</a:t>
            </a:r>
          </a:p>
        </p:txBody>
      </p:sp>
      <p:sp>
        <p:nvSpPr>
          <p:cNvPr id="5" name="body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/>
              <a:t>{{materials_needed}}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Discussion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{{discussion_prompt}}</a:t>
            </a:r>
          </a:p>
        </p:txBody>
      </p:sp>
      <p:sp>
        <p:nvSpPr>
          <p:cNvPr id="4" name="body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{{discussion_points}}</a:t>
            </a:r>
          </a:p>
        </p:txBody>
      </p:sp>
      <p:sp>
        <p:nvSpPr>
          <p:cNvPr id="5" name="body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/>
              <a:t>Teaching Notes: {{teaching_notes}}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{{quote_text}}</a:t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— {{attribution}}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ic 2"/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r>
              <a:rPr lang="en-US"/>
              <a:t/>
            </a:r>
          </a:p>
        </p:txBody>
      </p:sp>
      <p:sp>
        <p:nvSpPr>
          <p:cNvPr id="3" name="body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{{image_caption}}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{{big_text_content}}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fessional Course Theme">
  <a:themeElements>
    <a:clrScheme name="Professional">
      <a:dk1>
        <a:srgbClr val="333333"/>
      </a:dk1>
      <a:lt1>
        <a:srgbClr val="FFFFFF"/>
      </a:lt1>
      <a:dk2>
        <a:srgbClr val="1B365D"/>
      </a:dk2>
      <a:lt2>
        <a:srgbClr val="F5F5F5"/>
      </a:lt2>
      <a:accent1>
        <a:srgbClr val="1B365D"/>
      </a:accent1>
      <a:accent2>
        <a:srgbClr val="2E7D7A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E7D7A"/>
      </a:hlink>
      <a:folHlink>
        <a:srgbClr val="666666"/>
      </a:folHlink>
    </a:clrScheme>
    <a:fontScheme name="Profession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Profession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Teach Platform</Application>
  <Slides>10</Slides>
  <Company>Teach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Professional Course Template</dc:title>
  <dc:creator>Teach Platform</dc:creator>
  <dc:subject>Course Presentation Template</dc:subject>
  <dcterms:created xsi:type="dcterms:W3CDTF">2026-01-21T01:58:41.703Z</dcterms:created>
  <dcterms:modified xsi:type="dcterms:W3CDTF">2026-01-21T01:58:41.704Z</dcterms:modified>
</cp:coreProperties>
</file>